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warm: 'Everyone here knows this shop — the kirana near your house, the salon downstairs.' Land the KPIs: ₹4.6 lakh a week, 1,275 customers, ₹353 average ticket. The hook: the data exists, the meaning doesn't. Do NOT explain the product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emotional core. Pause after the −18.9%. Translate to a year: ₹5–7 lakh — 'a shop assistant's salary, leaking silently.' Merchants feel this in their gut even if they've never named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slide — read one line from each column, then the closing line. The gap is interpretation, not data. Adoption dies at interpretation — that's the insight the whole product hangs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product explained as the four questions — no jargon, no architecture. Emphasize 'one tap' and 'computed from your own data, not a benchmark'. Say: 'the merchant never interprets anything — the price tag and the button are the product.'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proof slide — the number judges remember. +₹28,049, +6.1%. Read the four steps as a story: found it, fixed it, measured it, learned it. End on the moat line: every outcome makes the next recommendation sharper — competitors can copy the UI, not the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three enablers (rails, AI cost, merchant behavior). Right: the Paytm-specific case. Punchline: 'Payments made Paytm the merchant's bank. RADAAR makes Paytm the merchant's advisor — and advisors retain deeper than banks.'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numbers round and confident: 3Cr merchants, 1% adoption, ₹10/mo equivalent = ₹360Cr ARR — conservative floor, not the ceiling. Margin from measured AI costs. Then the three revenue layers in order: retention → subscription → the graph. If pressed on TAM, point to merchant SaaS comparables (Khatabook, OkCredit) proving merchants pay for tools that DO something.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Credibility slide — 20 seconds, confident. 'Working product, real infrastructure, grounded AI, reproducible.' Then offer the live demo — business judges respect that you CAN demo without needing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 in one sentence: pilot with real merchants; one integration swap. Close with the deck's own line — judges who wrote the problem statement will hear their words back. Then stop talking and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2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800" kern="0" dirty="0">
                <a:solidFill>
                  <a:srgbClr val="00B9F5"/>
                </a:solidFill>
              </a:rPr>
              <a:t>RADAAR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0" y="297180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The AI Growth Radar for Paytm Merchants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36118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FB3C8"/>
                </a:solidFill>
              </a:rPr>
              <a:t>Your business is generating signals. RADAAR tells you what they mean.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7184"/>
                </a:solidFill>
              </a:rPr>
              <a:t>Built on n8n  ·  Cognee  ·  Sarvam AI        |        Paytm merchant track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22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Meet Sharma General Store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3C8"/>
                </a:solidFill>
              </a:rPr>
              <a:t>A real Indian shop. A Paytm QR on the counter. 90 days of payments.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B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₹4.6L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</a:rPr>
              <a:t>weekly revenue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97680" y="233172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1,275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297680" y="3291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</a:rPr>
              <a:t>customers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55280" y="233172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₹353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7955280" y="3291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</a:rPr>
              <a:t>average ticket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206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Every rupee leaves a digital trail. </a:t>
            </a:r>
            <a:pPr indent="0" marL="0">
              <a:buNone/>
            </a:pPr>
            <a:r>
              <a:rPr lang="en-US" sz="1800" i="1" dirty="0">
                <a:solidFill>
                  <a:srgbClr val="F5A623"/>
                </a:solidFill>
              </a:rPr>
              <a:t>And no one — no app, no chart, no person — tells the owner what that trail means.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184"/>
                </a:solidFill>
              </a:rPr>
              <a:t>RADAAR · AI Growth Radar for Paytm Merchants        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2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Last month, this shop started quietly losing money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E548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−18.9%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640080" y="315468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3C8"/>
                </a:solidFill>
              </a:rPr>
              <a:t>weekday evening sales (5–8 PM)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FB3C8"/>
                </a:solidFill>
              </a:rPr>
              <a:t>vs the store's own baseline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126480" y="201168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3C8"/>
                </a:solidFill>
              </a:rPr>
              <a:t>No dashboard raised it. No report explained it.
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The regulars who used to shop at 6 PM just… stopped coming.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126480" y="37490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That leak is worth </a:t>
            </a:r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</a:rPr>
              <a:t>₹9,000–₹13,600 every week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 — about ₹5–7 lakh a year, invisible.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184"/>
                </a:solidFill>
              </a:rPr>
              <a:t>RADAAR · AI Growth Radar for Paytm Merchants        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2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3 crore merchants have data. None of them have answers.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FB3C8"/>
                </a:solidFill>
              </a:rPr>
              <a:t>WHAT MERCHANTS GET TODAY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5212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Charts. Filters. Percentages.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"Evening sales are down 18.9%."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…and then nothing. The merchant must work out what to do — most never do.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0" y="17373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F5A623"/>
                </a:solidFill>
              </a:rPr>
              <a:t>WHAT THEY ACTUALLY ASK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0" y="2148840"/>
            <a:ext cx="5212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"Why is my revenue different this week?"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"What should I do tomorrow morning?"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"Which customers are slipping away?"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"Is this opportunity worth my money?"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58064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B9F5"/>
                </a:solidFill>
              </a:rPr>
              <a:t>Analytics shows WHAT. Merchants need WHY and WHAT NEXT.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184"/>
                </a:solidFill>
              </a:rPr>
              <a:t>RADAAR · AI Growth Radar for Paytm Merchants        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2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RADAAR: the answers, in one morning glance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10881360" cy="960120"/>
          </a:xfrm>
          <a:prstGeom prst="roundRect">
            <a:avLst/>
          </a:prstGeom>
          <a:solidFill>
            <a:srgbClr val="12314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764792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9F5"/>
                </a:solidFill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63040" y="176479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9F5"/>
                </a:solidFill>
              </a:rPr>
              <a:t>What happened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931920" y="1819656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Weekday evening sales −18.9% vs your own baseline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881360" cy="960120"/>
          </a:xfrm>
          <a:prstGeom prst="roundRect">
            <a:avLst/>
          </a:prstGeom>
          <a:solidFill>
            <a:srgbClr val="12314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907792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463040" y="290779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Why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931920" y="2962656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Your 5–8 PM regulars — 357 customers — stopped visiting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886200"/>
            <a:ext cx="10881360" cy="960120"/>
          </a:xfrm>
          <a:prstGeom prst="roundRect">
            <a:avLst/>
          </a:prstGeom>
          <a:solidFill>
            <a:srgbClr val="12314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050792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463040" y="405079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What to do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931920" y="4105656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One tap: a 5–8 PM weekday offer, written and sent for you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5029200"/>
            <a:ext cx="10881360" cy="960120"/>
          </a:xfrm>
          <a:prstGeom prst="roundRect">
            <a:avLst/>
          </a:prstGeom>
          <a:solidFill>
            <a:srgbClr val="12314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5193792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</a:rPr>
              <a:t>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463040" y="519379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What it's worth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931920" y="5248656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₹9,100–₹13,600 a week, computed from your own data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0" y="62636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FB3C8"/>
                </a:solidFill>
              </a:rPr>
              <a:t>No dashboards to interpret. One screen, four answers, one button.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184"/>
                </a:solidFill>
              </a:rPr>
              <a:t>RADAAR · AI Growth Radar for Paytm Merchants        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2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We ran the loop. The leak became revenue.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2606040" cy="1737360"/>
          </a:xfrm>
          <a:prstGeom prst="roundRect">
            <a:avLst/>
          </a:prstGeom>
          <a:solidFill>
            <a:srgbClr val="12314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9202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0B9F5"/>
                </a:solidFill>
              </a:rPr>
              <a:t>DETECT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37744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Evening dip flagged, explained, priced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10712" y="1737360"/>
            <a:ext cx="2606040" cy="1737360"/>
          </a:xfrm>
          <a:prstGeom prst="roundRect">
            <a:avLst/>
          </a:prstGeom>
          <a:solidFill>
            <a:srgbClr val="12314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47872" y="19202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0B9F5"/>
                </a:solidFill>
              </a:rPr>
              <a:t>ACT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547872" y="237744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Offer created in one tap → 111 regulars reached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81344" y="1737360"/>
            <a:ext cx="2606040" cy="1737360"/>
          </a:xfrm>
          <a:prstGeom prst="roundRect">
            <a:avLst/>
          </a:prstGeom>
          <a:solidFill>
            <a:srgbClr val="12314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18504" y="19202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0B9F5"/>
                </a:solidFill>
              </a:rPr>
              <a:t>MEASURE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18504" y="237744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One week later: +₹28,049  (+6.1%)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51976" y="1737360"/>
            <a:ext cx="2606040" cy="1737360"/>
          </a:xfrm>
          <a:prstGeom prst="roundRect">
            <a:avLst/>
          </a:prstGeom>
          <a:solidFill>
            <a:srgbClr val="12314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89136" y="19202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0B9F5"/>
                </a:solidFill>
              </a:rPr>
              <a:t>LEARN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089136" y="237744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Verdict stored in memory → next offer gets smarter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0" y="3840480"/>
            <a:ext cx="121889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2EC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+6.1%</a:t>
            </a:r>
            <a:endParaRPr lang="en-US" sz="8000" dirty="0"/>
          </a:p>
        </p:txBody>
      </p:sp>
      <p:sp>
        <p:nvSpPr>
          <p:cNvPr id="16" name="Text 14"/>
          <p:cNvSpPr/>
          <p:nvPr/>
        </p:nvSpPr>
        <p:spPr>
          <a:xfrm>
            <a:off x="0" y="51663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FB3C8"/>
                </a:solidFill>
              </a:rPr>
              <a:t>revenue in the offer week — from one recovered time-slot, one store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97280" y="566928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5A623"/>
                </a:solidFill>
              </a:rPr>
              <a:t>Every action RADAAR takes becomes measured memory. The system gets smarter per merchant — that compounding is the moat.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184"/>
                </a:solidFill>
              </a:rPr>
              <a:t>RADAAR · AI Growth Radar for Paytm Merchants        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2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Why this is possible now — and only through Paytm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</a:rPr>
              <a:t>THE SHIFT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9F5"/>
                </a:solidFill>
              </a:rPr>
              <a:t>Digital rails everywhere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359152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3+ crore merchants already collect via Paytm QR/UPI — the data exhaust exists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3375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9F5"/>
                </a:solidFill>
              </a:rPr>
              <a:t>AI got cheap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685032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₹0.03 per nudge, ₹0.10/day for voice — pennies per merchant per day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6634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9F5"/>
                </a:solidFill>
              </a:rPr>
              <a:t>Merchants already act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5010912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They run offers on WhatsApp when told what to do — the risk was never action, it was interpretation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15544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</a:rPr>
              <a:t>WHY PAYTM WINS WITH 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20116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9F5"/>
                </a:solidFill>
              </a:rPr>
              <a:t>Distribution solved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0" y="2359152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RADAAR ships as a tab inside the merchant console Paytm merchants already open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33375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9F5"/>
                </a:solidFill>
              </a:rPr>
              <a:t>The data moat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3685032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Only Paytm sees the full transaction history — the loop's memory becomes Paytm's proprietary asset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46634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9F5"/>
                </a:solidFill>
              </a:rPr>
              <a:t>Beyond payments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5010912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From processor → advisor: deeper lock-in, new surfaces (offers, lending signals, inventory)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184"/>
                </a:solidFill>
              </a:rPr>
              <a:t>RADAAR · AI Growth Radar for Paytm Merchants        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2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The market, and how this makes money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233172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B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3Cr+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</a:rPr>
              <a:t>Paytm merchants on digital rails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297680" y="233172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₹360Cr+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297680" y="3291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</a:rPr>
              <a:t>ARR at ₹10/mo equivalent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</a:rPr>
              <a:t>per merchant (1% adoption)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55280" y="233172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EC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70%+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7955280" y="3291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</a:rPr>
              <a:t>gross margin at current AI costs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977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</a:rPr>
              <a:t>Retention value  —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Merchants who see recovered revenue don't churn — the loop pays for itself in lock-in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463600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</a:rPr>
              <a:t>Subscription  —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₹30–50/month, or bundled into merchant fees — cheaper than one lost evening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5294376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</a:rPr>
              <a:t>The outcome graph  —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Offer targeting, lending signals, inventory financing — priced on data only Paytm would have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184"/>
                </a:solidFill>
              </a:rPr>
              <a:t>RADAAR · AI Growth Radar for Paytm Merchants        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2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This is not a slide deck — it runs today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70992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CC8F"/>
                </a:solidFill>
              </a:rPr>
              <a:t>●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43000" y="169164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9F5"/>
                </a:solidFill>
              </a:rPr>
              <a:t>Live product —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Full operator terminal: radar, action queue, voice copilot, memory panel — deployed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57860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CC8F"/>
                </a:solidFill>
              </a:rPr>
              <a:t>●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256032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9F5"/>
                </a:solidFill>
              </a:rPr>
              <a:t>Real infrastructure —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Every offer fires through the merchant's own n8n; nudges written by Sarvam; memory in Cognee's graph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44728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CC8F"/>
                </a:solidFill>
              </a:rPr>
              <a:t>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342900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9F5"/>
                </a:solidFill>
              </a:rPr>
              <a:t>Grounded AI —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The copilot answers from the merchant's own graph — ask it something unknown and it refuses to invent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431596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CC8F"/>
                </a:solidFill>
              </a:rPr>
              <a:t>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429768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9F5"/>
                </a:solidFill>
              </a:rPr>
              <a:t>Reproducible —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One command resets and re-runs the entire loop end-to-end — judges can verify every claim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0" y="57607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A623"/>
                </a:solidFill>
              </a:rPr>
              <a:t>Demo: 3 minutes. Every number in this deck comes from the running system.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184"/>
                </a:solidFill>
              </a:rPr>
              <a:t>RADAAR · AI Growth Radar for Paytm Merchants        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2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The ask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10881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Pilot RADAAR with real Paytm merchants.
</a:t>
            </a:r>
            <a:pPr indent="0" marL="0">
              <a:buNone/>
            </a:pPr>
            <a:r>
              <a:rPr lang="en-US" sz="1700" dirty="0">
                <a:solidFill>
                  <a:srgbClr val="9FB3C8"/>
                </a:solidFill>
              </a:rPr>
              <a:t>The engines, the loop, and the memory are built. The next step is one integration: Paytm's transaction APIs in, Paytm's business surface out. Everything else — detection, offers, outcomes, learning — already runs.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0" y="420624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0B9F5"/>
                </a:solidFill>
              </a:rPr>
              <a:t>Every transaction a signal. Every signal an insight. Every insight an opportunity.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0" y="48463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RADAAR — from payment processor to AI business partner.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184"/>
                </a:solidFill>
              </a:rPr>
              <a:t>RADAAR · AI Growth Radar for Paytm Merchants       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2026-09-19T05:00:22Z</dcterms:created>
  <dcterms:modified xsi:type="dcterms:W3CDTF">2026-09-19T05:00:22Z</dcterms:modified>
</cp:coreProperties>
</file>